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/>
    <p:restoredTop sz="94695"/>
  </p:normalViewPr>
  <p:slideViewPr>
    <p:cSldViewPr snapToGrid="0" snapToObjects="1">
      <p:cViewPr varScale="1">
        <p:scale>
          <a:sx n="101" d="100"/>
          <a:sy n="101" d="100"/>
        </p:scale>
        <p:origin x="2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74E3B"/>
                </a:solidFill>
                <a:latin typeface="Aptos Display"/>
              </a:defRPr>
            </a:pPr>
            <a:r>
              <a:rPr dirty="0"/>
              <a:t>Improvement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9183"/>
            <a:ext cx="597272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762"/>
                </a:solidFill>
                <a:latin typeface="Aptos"/>
              </a:defRPr>
            </a:pPr>
            <a:r>
              <a:rPr sz="1200"/>
              <a:t>Translating Lean findings and the future-state design into executable improvement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41080" y="292608"/>
            <a:ext cx="2971800" cy="713232"/>
          </a:xfrm>
          <a:prstGeom prst="roundRect">
            <a:avLst/>
          </a:prstGeom>
          <a:solidFill>
            <a:srgbClr val="E2EBE3"/>
          </a:solidFill>
          <a:ln>
            <a:solidFill>
              <a:srgbClr val="BE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74E3B"/>
                </a:solidFill>
                <a:latin typeface="Aptos"/>
              </a:defRPr>
            </a:pPr>
            <a:r>
              <a:rPr sz="1200" dirty="0"/>
              <a:t>Outcome: reduce waiting,</a:t>
            </a:r>
            <a:br>
              <a:rPr sz="1200" dirty="0"/>
            </a:br>
            <a:r>
              <a:rPr sz="1200" dirty="0"/>
              <a:t>searching and rework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148350"/>
              </p:ext>
            </p:extLst>
          </p:nvPr>
        </p:nvGraphicFramePr>
        <p:xfrm>
          <a:off x="502920" y="1325880"/>
          <a:ext cx="1115567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dirty="0"/>
                        <a:t>ID</a:t>
                      </a:r>
                    </a:p>
                  </a:txBody>
                  <a:tcPr anchor="ctr">
                    <a:solidFill>
                      <a:srgbClr val="27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dirty="0"/>
                        <a:t>Improvement</a:t>
                      </a:r>
                    </a:p>
                  </a:txBody>
                  <a:tcPr anchor="ctr">
                    <a:solidFill>
                      <a:srgbClr val="27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/>
                        <a:t>Type</a:t>
                      </a:r>
                    </a:p>
                  </a:txBody>
                  <a:tcPr anchor="ctr">
                    <a:solidFill>
                      <a:srgbClr val="27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/>
                        <a:t>Priority</a:t>
                      </a:r>
                    </a:p>
                  </a:txBody>
                  <a:tcPr anchor="ctr">
                    <a:solidFill>
                      <a:srgbClr val="27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/>
                        <a:t>Expected Outcome</a:t>
                      </a:r>
                    </a:p>
                  </a:txBody>
                  <a:tcPr anchor="ctr">
                    <a:solidFill>
                      <a:srgbClr val="27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/>
                        <a:t>IMP-01</a:t>
                      </a:r>
                    </a:p>
                  </a:txBody>
                  <a:tcPr anchor="ctr"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 dirty="0"/>
                        <a:t>Create unified status view</a:t>
                      </a:r>
                    </a:p>
                  </a:txBody>
                  <a:tcPr anchor="ctr"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/>
                        <a:t>Feature</a:t>
                      </a:r>
                    </a:p>
                  </a:txBody>
                  <a:tcPr anchor="ctr"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4E3B"/>
                          </a:solidFill>
                          <a:latin typeface="Aptos"/>
                        </a:defRPr>
                      </a:pPr>
                      <a:r>
                        <a:rPr sz="1200" b="1" kern="1200" dirty="0">
                          <a:solidFill>
                            <a:srgbClr val="B78B3E"/>
                          </a:solidFill>
                          <a:latin typeface="Aptos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anchor="ctr"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/>
                        <a:t>Self-service status visibility</a:t>
                      </a:r>
                    </a:p>
                  </a:txBody>
                  <a:tcPr anchor="ctr">
                    <a:solidFill>
                      <a:srgbClr val="F4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/>
                        <a:t>IMP-02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/>
                        <a:t>Integrate status data sources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 dirty="0"/>
                        <a:t>Feature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4E3B"/>
                          </a:solidFill>
                          <a:latin typeface="Aptos"/>
                        </a:defRPr>
                      </a:pPr>
                      <a:r>
                        <a:rPr sz="1200" b="1" kern="1200" dirty="0">
                          <a:solidFill>
                            <a:srgbClr val="B78B3E"/>
                          </a:solidFill>
                          <a:latin typeface="Aptos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 dirty="0"/>
                        <a:t>Single source of truth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/>
                        <a:t>IMP-03</a:t>
                      </a:r>
                    </a:p>
                  </a:txBody>
                  <a:tcPr anchor="ctr"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/>
                        <a:t>Automate customer verification</a:t>
                      </a:r>
                    </a:p>
                  </a:txBody>
                  <a:tcPr anchor="ctr"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/>
                        <a:t>Improvement</a:t>
                      </a:r>
                    </a:p>
                  </a:txBody>
                  <a:tcPr anchor="ctr"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4E3B"/>
                          </a:solidFill>
                          <a:latin typeface="Aptos"/>
                        </a:defRPr>
                      </a:pPr>
                      <a:r>
                        <a:rPr sz="1200" b="1" kern="1200" dirty="0">
                          <a:solidFill>
                            <a:srgbClr val="B78B3E"/>
                          </a:solidFill>
                          <a:latin typeface="Aptos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anchor="ctr"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 dirty="0"/>
                        <a:t>Reduce repetition and rework</a:t>
                      </a:r>
                    </a:p>
                  </a:txBody>
                  <a:tcPr anchor="ctr">
                    <a:solidFill>
                      <a:srgbClr val="F4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/>
                        <a:t>IMP-04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/>
                        <a:t>Define handoff and ownership rules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/>
                        <a:t>Process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B78B3E"/>
                          </a:solidFill>
                          <a:latin typeface="Aptos"/>
                        </a:defRPr>
                      </a:pPr>
                      <a:r>
                        <a:rPr sz="1200" b="1" kern="1200" dirty="0">
                          <a:solidFill>
                            <a:srgbClr val="274E3B"/>
                          </a:solidFill>
                          <a:latin typeface="Aptos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 dirty="0"/>
                        <a:t>Reduce delays and handoffs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/>
                        <a:t>IMP-05</a:t>
                      </a:r>
                    </a:p>
                  </a:txBody>
                  <a:tcPr anchor="ctr"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/>
                        <a:t>Enable proactive status notifications</a:t>
                      </a:r>
                    </a:p>
                  </a:txBody>
                  <a:tcPr anchor="ctr"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/>
                        <a:t>Feature</a:t>
                      </a:r>
                    </a:p>
                  </a:txBody>
                  <a:tcPr anchor="ctr"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B78B3E"/>
                          </a:solidFill>
                          <a:latin typeface="Aptos"/>
                        </a:defRPr>
                      </a:pPr>
                      <a:r>
                        <a:rPr sz="1200" b="1" kern="1200" dirty="0">
                          <a:solidFill>
                            <a:srgbClr val="274E3B"/>
                          </a:solidFill>
                          <a:latin typeface="Aptos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anchor="ctr"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 dirty="0"/>
                        <a:t>Reduce customer follow-up</a:t>
                      </a:r>
                    </a:p>
                  </a:txBody>
                  <a:tcPr anchor="ctr">
                    <a:solidFill>
                      <a:srgbClr val="F4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/>
                        <a:t>IMP-06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/>
                        <a:t>Standardize request intake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/>
                        <a:t>Process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B78B3E"/>
                          </a:solidFill>
                          <a:latin typeface="Aptos"/>
                        </a:defRPr>
                      </a:pPr>
                      <a:r>
                        <a:rPr sz="1200" b="1" kern="1200" dirty="0">
                          <a:solidFill>
                            <a:srgbClr val="274E3B"/>
                          </a:solidFill>
                          <a:latin typeface="Aptos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A2F2C"/>
                          </a:solidFill>
                          <a:latin typeface="Aptos"/>
                        </a:defRPr>
                      </a:pPr>
                      <a:r>
                        <a:rPr sz="1200" dirty="0"/>
                        <a:t>Reduce incomplete information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5715000"/>
            <a:ext cx="11155680" cy="594360"/>
          </a:xfrm>
          <a:prstGeom prst="roundRect">
            <a:avLst/>
          </a:prstGeom>
          <a:solidFill>
            <a:srgbClr val="E2EBE3"/>
          </a:solidFill>
          <a:ln>
            <a:solidFill>
              <a:srgbClr val="BE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4E3B"/>
                </a:solidFill>
                <a:latin typeface="Aptos"/>
              </a:defRPr>
            </a:pPr>
            <a:r>
              <a:rPr dirty="0"/>
              <a:t>Next step  →  Convert the prioritized improvements into Jira work items for Agile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105</Words>
  <Application>Microsoft Macintosh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Rinku KS</cp:lastModifiedBy>
  <cp:revision>2</cp:revision>
  <dcterms:created xsi:type="dcterms:W3CDTF">2013-01-27T09:14:16Z</dcterms:created>
  <dcterms:modified xsi:type="dcterms:W3CDTF">2026-08-15T11:40:01Z</dcterms:modified>
  <cp:category/>
</cp:coreProperties>
</file>