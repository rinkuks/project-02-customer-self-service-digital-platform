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/>
    <p:restoredTop sz="94679"/>
  </p:normalViewPr>
  <p:slideViewPr>
    <p:cSldViewPr snapToGrid="0">
      <p:cViewPr varScale="1">
        <p:scale>
          <a:sx n="88" d="100"/>
          <a:sy n="88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D851-DDDA-4603-48F8-F790DC60A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BF0C6-A28F-D3F9-DBB2-27D8C25A7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08FC9-E2D5-EB28-7546-FE822C69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851F-B8A3-B338-2C00-405F48839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C7FD0-516A-A958-EC77-202C6C6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1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848F-1B17-C256-A765-53485303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5926-98AA-D0F4-6020-F9F92078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1B29C-FDA1-1F9D-C3D8-550235D7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3B4D-1185-C947-D1FD-055211FD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C61C-27A1-B96B-98FA-C5DDAB07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1A6E-1680-C89B-6FAC-5BD6B5AA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1412C-2BEB-A73C-4B53-2107E747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6CD2F-8495-8194-B33F-2DF3555C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EE1C0-18AA-AD34-C095-16399EDB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6B70-745A-AF20-34DF-05BE9A38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6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026B-4DFC-A325-9AA5-9957BD33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CB98-CABF-2E52-83D8-E86131F7B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7B5F3-9168-91C8-BB2B-533FC74C9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A509A-D7C3-CA0C-5BAC-0E5AD17A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D5FE9-1582-749D-E74F-212054C2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F93E9-EE19-BCF3-E652-BD0BA628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37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3C609-EDA6-A3C9-4A0D-D39989BF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46D9F-E084-8A35-1782-9D97A4D9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6FFE4-976B-04D0-64A6-F7114310C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1F976-8841-C6FE-7DE1-BC1D3F286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CA2BF-D234-0E21-9C36-9F636A5F3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02B019-1923-F6AD-A0D4-3539529A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1E484-8E16-8AC1-3A6E-27B9C291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EE6C7-6971-FFDC-F6D8-E144BE74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0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C2AC-F5A0-E3F1-E678-80A78AD4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89AEC-3A7D-FE2A-0C90-646764BC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A5198-BBC7-CABF-D73B-F15B1EDB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5FCC2-4D32-6399-A5EF-3287CE45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0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05428-7661-CC5D-4E65-E6AA070F8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6A1D1-ECF7-7934-5E8F-1DCEBB69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09647-DDBB-EC53-564C-5ECA2CF4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50A1-5517-A1EE-AD4A-E0C356CB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442CE-9764-B255-B336-930158DDF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CA0ED-A930-ED56-B6A9-79A020976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F3B9F-E2C2-8863-9095-56F19543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62110-3164-2398-00E7-F83D66CD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44ED7-7B65-1858-5D32-D93E8D7D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61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9E0-7738-A8FA-168E-318AA7AC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E61A1-EF74-AB1A-D02B-D30DA7BC1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AAD39-ECDE-620F-1B75-9067E2F87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29673-E82E-F208-32EA-88F0F5FF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48BF5-080C-FDDE-4B3B-1AE4832F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0F6EF-60E6-5D36-E474-125D3295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83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3691-2D2E-4CC4-2634-E99DA217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84504-16A8-645A-1381-AEEE9C262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1B070-0EAB-9870-70E2-F5B43D4A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FD6D1-A8D3-10C9-4CFE-6B95729C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523FF-9C4A-06B5-8F99-4A02FBFB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7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5C651-667D-F0E5-B2E7-9493A8E0B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E6C46-F445-7A2E-510A-7DA7BC2F6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AD09-A89C-15A9-DDB5-69278D69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111E2-2E48-33FB-9235-21D1E859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81418-44C7-4858-33AE-2AD7A4CC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6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EECC8-EDBF-340C-9869-8EB1A58D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1262D-F8DD-C66D-C0AA-BD12436A7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F643F-C452-EECC-A7AB-668AE0E9F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50336-A437-002E-87EF-80BA751BF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0A6F-3D3C-2A73-8E34-273D1E57F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8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F8B2A-73E1-C603-787D-D7D44FD0D1EE}"/>
              </a:ext>
            </a:extLst>
          </p:cNvPr>
          <p:cNvSpPr txBox="1"/>
          <p:nvPr/>
        </p:nvSpPr>
        <p:spPr>
          <a:xfrm>
            <a:off x="943429" y="275771"/>
            <a:ext cx="6948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Jira Scrum Backlog – Work Item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1E061-8374-9B94-3B01-AF8C2484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9" y="1115497"/>
            <a:ext cx="10638970" cy="512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17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03FBC-C9B6-41FC-3B75-AB4EC629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2520FA-AC0F-5006-7BCE-382C3C6B8691}"/>
              </a:ext>
            </a:extLst>
          </p:cNvPr>
          <p:cNvSpPr txBox="1"/>
          <p:nvPr/>
        </p:nvSpPr>
        <p:spPr>
          <a:xfrm>
            <a:off x="943429" y="275771"/>
            <a:ext cx="6480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Jira Execution – Supporting Work Items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058F8-B623-6B43-4EAD-601A184F1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8" y="1128410"/>
            <a:ext cx="10567253" cy="518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24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M 02">
      <a:dk1>
        <a:srgbClr val="1F4D3A"/>
      </a:dk1>
      <a:lt1>
        <a:srgbClr val="F8F7F2"/>
      </a:lt1>
      <a:dk2>
        <a:srgbClr val="303030"/>
      </a:dk2>
      <a:lt2>
        <a:srgbClr val="333333"/>
      </a:lt2>
      <a:accent1>
        <a:srgbClr val="2E6B4F"/>
      </a:accent1>
      <a:accent2>
        <a:srgbClr val="8FAF9B"/>
      </a:accent2>
      <a:accent3>
        <a:srgbClr val="196B24"/>
      </a:accent3>
      <a:accent4>
        <a:srgbClr val="C5A35D"/>
      </a:accent4>
      <a:accent5>
        <a:srgbClr val="B76E5D"/>
      </a:accent5>
      <a:accent6>
        <a:srgbClr val="788659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Rinku KS</dc:creator>
  <cp:lastModifiedBy>Rinku KS</cp:lastModifiedBy>
  <cp:revision>2</cp:revision>
  <dcterms:created xsi:type="dcterms:W3CDTF">2026-08-16T09:51:42Z</dcterms:created>
  <dcterms:modified xsi:type="dcterms:W3CDTF">2026-08-16T10:13:34Z</dcterms:modified>
</cp:coreProperties>
</file>