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8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545"/>
    <p:restoredTop sz="94679"/>
  </p:normalViewPr>
  <p:slideViewPr>
    <p:cSldViewPr snapToGrid="0">
      <p:cViewPr varScale="1">
        <p:scale>
          <a:sx n="88" d="100"/>
          <a:sy n="88" d="100"/>
        </p:scale>
        <p:origin x="74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F8D851-DDDA-4603-48F8-F790DC60AB9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54BF0C6-A28F-D3F9-DBB2-27D8C25A7C7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A08FC9-E2D5-EB28-7546-FE822C6973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6F91B4-4BF0-0046-8748-2D1564617CED}" type="datetimeFigureOut">
              <a:rPr lang="en-US" smtClean="0"/>
              <a:t>8/16/26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0A851F-B8A3-B338-2C00-405F488394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4C7FD0-516A-A958-EC77-202C6C6460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C2E8B7-E360-8D46-A32A-80BF697DCA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11195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3B848F-1B17-C256-A765-534853033C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BE5926-98AA-D0F4-6020-F9F9207899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F1B29C-FDA1-1F9D-C3D8-550235D718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6F91B4-4BF0-0046-8748-2D1564617CED}" type="datetimeFigureOut">
              <a:rPr lang="en-US" smtClean="0"/>
              <a:t>8/16/26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753B4D-1185-C947-D1FD-055211FD4B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52C61C-27A1-B96B-98FA-C5DDAB076C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C2E8B7-E360-8D46-A32A-80BF697DCA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9627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551A6E-1680-C89B-6FAC-5BD6B5AA5A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FC1412C-2BEB-A73C-4B53-2107E74788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56CD2F-8495-8194-B33F-2DF3555CC4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6F91B4-4BF0-0046-8748-2D1564617CED}" type="datetimeFigureOut">
              <a:rPr lang="en-US" smtClean="0"/>
              <a:t>8/16/26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AEE1C0-18AA-AD34-C095-16399EDB8D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CE6B70-745A-AF20-34DF-05BE9A38DA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C2E8B7-E360-8D46-A32A-80BF697DCA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25231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0A026B-4DFC-A325-9AA5-9957BD33E9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13CB98-CABF-2E52-83D8-E86131F7B02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647B5F3-9168-91C8-BB2B-533FC74C91F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37A509A-D7C3-CA0C-5BAC-0E5AD17A6F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6F91B4-4BF0-0046-8748-2D1564617CED}" type="datetimeFigureOut">
              <a:rPr lang="en-US" smtClean="0"/>
              <a:t>8/16/26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E0D5FE9-1582-749D-E74F-212054C265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99F93E9-EE19-BCF3-E652-BD0BA6280D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C2E8B7-E360-8D46-A32A-80BF697DCA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78741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03C609-EDA6-A3C9-4A0D-D39989BF1D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4046D9F-E084-8A35-1782-9D97A4D990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D66FFE4-976B-04D0-64A6-F7114310CB3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9B1F976-8841-C6FE-7DE1-BC1D3F28660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15CA2BF-D234-0E21-9C36-9F636A5F35C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502B019-1923-F6AD-A0D4-3539529A6C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6F91B4-4BF0-0046-8748-2D1564617CED}" type="datetimeFigureOut">
              <a:rPr lang="en-US" smtClean="0"/>
              <a:t>8/16/26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D21E484-8E16-8AC1-3A6E-27B9C2918B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58EE6C7-6971-FFDC-F6D8-E144BE7446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C2E8B7-E360-8D46-A32A-80BF697DCA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38324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70C2AC-F5A0-E3F1-E678-80A78AD4D8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3489AEC-3A7D-FE2A-0C90-646764BCCC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6F91B4-4BF0-0046-8748-2D1564617CED}" type="datetimeFigureOut">
              <a:rPr lang="en-US" smtClean="0"/>
              <a:t>8/16/26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6AA5198-BBC7-CABF-D73B-F15B1EDBCD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6D5FCC2-4D32-6399-A5EF-3287CE453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C2E8B7-E360-8D46-A32A-80BF697DCA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34671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0305428-7661-CC5D-4E65-E6AA070F84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6F91B4-4BF0-0046-8748-2D1564617CED}" type="datetimeFigureOut">
              <a:rPr lang="en-US" smtClean="0"/>
              <a:t>8/16/26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FE6A1D1-ECF7-7934-5E8F-1DCEBB6968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1309647-DDBB-EC53-564C-5ECA2CF470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C2E8B7-E360-8D46-A32A-80BF697DCA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50000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AD50A1-5517-A1EE-AD4A-E0C356CBA2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9442CE-9764-B255-B336-930158DDF3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B0CA0ED-A930-ED56-B6A9-79A020976F4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ACF3B9F-E2C2-8863-9095-56F1954383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6F91B4-4BF0-0046-8748-2D1564617CED}" type="datetimeFigureOut">
              <a:rPr lang="en-US" smtClean="0"/>
              <a:t>8/16/26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D962110-3164-2398-00E7-F83D66CD22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044ED7-7B65-1858-5D32-D93E8D7D8B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C2E8B7-E360-8D46-A32A-80BF697DCA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80568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BF39E0-7738-A8FA-168E-318AA7ACFB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BCE61A1-EF74-AB1A-D02B-D30DA7BC149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31AAD39-ECDE-620F-1B75-9067E2F876D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2029673-E82E-F208-32EA-88F0F5FF81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6F91B4-4BF0-0046-8748-2D1564617CED}" type="datetimeFigureOut">
              <a:rPr lang="en-US" smtClean="0"/>
              <a:t>8/16/26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BD48BF5-080C-FDDE-4B3B-1AE4832FE4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FE0F6EF-60E6-5D36-E474-125D32955E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C2E8B7-E360-8D46-A32A-80BF697DCA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21394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FF3691-2D2E-4CC4-2634-E99DA217F8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3F84504-16A8-645A-1381-AEEE9C262D9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D1B070-0EAB-9870-70E2-F5B43D4AA9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6F91B4-4BF0-0046-8748-2D1564617CED}" type="datetimeFigureOut">
              <a:rPr lang="en-US" smtClean="0"/>
              <a:t>8/16/26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1FD6D1-A8D3-10C9-4CFE-6B95729CA8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B523FF-9C4A-06B5-8F99-4A02FBFB06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C2E8B7-E360-8D46-A32A-80BF697DCA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84990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825C651-667D-F0E5-B2E7-9493A8E0B42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C8E6C46-F445-7A2E-510A-7DA7BC2F656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32AD09-A89C-15A9-DDB5-69278D69A6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6F91B4-4BF0-0046-8748-2D1564617CED}" type="datetimeFigureOut">
              <a:rPr lang="en-US" smtClean="0"/>
              <a:t>8/16/26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D111E2-2E48-33FB-9235-21D1E859FD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F81418-44C7-4858-33AE-2AD7A4CCAF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C2E8B7-E360-8D46-A32A-80BF697DCA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4512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D4EECC8-EDBF-340C-9869-8EB1A58D23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781262D-F8DD-C66D-C0AA-BD12436A76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EF643F-C452-EECC-A7AB-668AE0E9FF7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E6F91B4-4BF0-0046-8748-2D1564617CED}" type="datetimeFigureOut">
              <a:rPr lang="en-US" smtClean="0"/>
              <a:t>8/16/26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550336-A437-002E-87EF-80BA751BF87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940A6F-3D3C-2A73-8E34-273D1E57F0D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8C2E8B7-E360-8D46-A32A-80BF697DCA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90476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74F8B2A-73E1-C603-787D-D7D44FD0D1EE}"/>
              </a:ext>
            </a:extLst>
          </p:cNvPr>
          <p:cNvSpPr txBox="1"/>
          <p:nvPr/>
        </p:nvSpPr>
        <p:spPr>
          <a:xfrm>
            <a:off x="943429" y="275771"/>
            <a:ext cx="705532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1F4D3A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Jira Scrum Status – Overall Delivery Status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795C4AD-CE42-A7B4-4071-7E9C4C55464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50000"/>
          <a:stretch>
            <a:fillRect/>
          </a:stretch>
        </p:blipFill>
        <p:spPr>
          <a:xfrm>
            <a:off x="943429" y="1243852"/>
            <a:ext cx="10280383" cy="350968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FEDC492-8541-2052-FC67-AA7CB66B0176}"/>
              </a:ext>
            </a:extLst>
          </p:cNvPr>
          <p:cNvSpPr txBox="1"/>
          <p:nvPr/>
        </p:nvSpPr>
        <p:spPr>
          <a:xfrm>
            <a:off x="943429" y="5198396"/>
            <a:ext cx="1013011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Overall Status:</a:t>
            </a:r>
            <a:r>
              <a:rPr lang="en-US" dirty="0"/>
              <a:t> 25 Jira work items are shown as completed, indicating closure of the planned improvement work. The report also provides a consolidated view of work-item status, type, and ownership.</a:t>
            </a:r>
          </a:p>
        </p:txBody>
      </p:sp>
    </p:spTree>
    <p:extLst>
      <p:ext uri="{BB962C8B-B14F-4D97-AF65-F5344CB8AC3E}">
        <p14:creationId xmlns:p14="http://schemas.microsoft.com/office/powerpoint/2010/main" val="1809817809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PM 02">
      <a:dk1>
        <a:srgbClr val="1F4D3A"/>
      </a:dk1>
      <a:lt1>
        <a:srgbClr val="F8F7F2"/>
      </a:lt1>
      <a:dk2>
        <a:srgbClr val="303030"/>
      </a:dk2>
      <a:lt2>
        <a:srgbClr val="333333"/>
      </a:lt2>
      <a:accent1>
        <a:srgbClr val="2E6B4F"/>
      </a:accent1>
      <a:accent2>
        <a:srgbClr val="8FAF9B"/>
      </a:accent2>
      <a:accent3>
        <a:srgbClr val="196B24"/>
      </a:accent3>
      <a:accent4>
        <a:srgbClr val="C5A35D"/>
      </a:accent4>
      <a:accent5>
        <a:srgbClr val="B76E5D"/>
      </a:accent5>
      <a:accent6>
        <a:srgbClr val="788659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43</Words>
  <Application>Microsoft Macintosh PowerPoint</Application>
  <PresentationFormat>Widescreen</PresentationFormat>
  <Paragraphs>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1_Office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Rinku KS</dc:creator>
  <cp:lastModifiedBy>Rinku KS</cp:lastModifiedBy>
  <cp:revision>1</cp:revision>
  <dcterms:created xsi:type="dcterms:W3CDTF">2026-08-16T10:21:39Z</dcterms:created>
  <dcterms:modified xsi:type="dcterms:W3CDTF">2026-08-16T10:32:46Z</dcterms:modified>
</cp:coreProperties>
</file>