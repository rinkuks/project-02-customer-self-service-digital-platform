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51"/>
    <p:restoredTop sz="94679"/>
  </p:normalViewPr>
  <p:slideViewPr>
    <p:cSldViewPr snapToGrid="0">
      <p:cViewPr varScale="1">
        <p:scale>
          <a:sx n="64" d="100"/>
          <a:sy n="64" d="100"/>
        </p:scale>
        <p:origin x="200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8D851-DDDA-4603-48F8-F790DC60AB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4BF0C6-A28F-D3F9-DBB2-27D8C25A7C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08FC9-E2D5-EB28-7546-FE822C697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F91B4-4BF0-0046-8748-2D1564617CE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A851F-B8A3-B338-2C00-405F48839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C7FD0-516A-A958-EC77-202C6C646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2E8B7-E360-8D46-A32A-80BF697D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453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B848F-1B17-C256-A765-534853033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E5926-98AA-D0F4-6020-F9F920789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1B29C-FDA1-1F9D-C3D8-550235D71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F91B4-4BF0-0046-8748-2D1564617CE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53B4D-1185-C947-D1FD-055211FD4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2C61C-27A1-B96B-98FA-C5DDAB076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2E8B7-E360-8D46-A32A-80BF697D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470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51A6E-1680-C89B-6FAC-5BD6B5AA5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C1412C-2BEB-A73C-4B53-2107E7478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6CD2F-8495-8194-B33F-2DF3555CC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F91B4-4BF0-0046-8748-2D1564617CE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EE1C0-18AA-AD34-C095-16399EDB8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E6B70-745A-AF20-34DF-05BE9A38D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2E8B7-E360-8D46-A32A-80BF697D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722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A026B-4DFC-A325-9AA5-9957BD33E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3CB98-CABF-2E52-83D8-E86131F7B0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47B5F3-9168-91C8-BB2B-533FC74C91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7A509A-D7C3-CA0C-5BAC-0E5AD17A6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F91B4-4BF0-0046-8748-2D1564617CE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D5FE9-1582-749D-E74F-212054C26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9F93E9-EE19-BCF3-E652-BD0BA6280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2E8B7-E360-8D46-A32A-80BF697D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327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3C609-EDA6-A3C9-4A0D-D39989BF1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46D9F-E084-8A35-1782-9D97A4D99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66FFE4-976B-04D0-64A6-F7114310CB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1F976-8841-C6FE-7DE1-BC1D3F2866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5CA2BF-D234-0E21-9C36-9F636A5F35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02B019-1923-F6AD-A0D4-3539529A6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F91B4-4BF0-0046-8748-2D1564617CE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21E484-8E16-8AC1-3A6E-27B9C2918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8EE6C7-6971-FFDC-F6D8-E144BE744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2E8B7-E360-8D46-A32A-80BF697D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326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0C2AC-F5A0-E3F1-E678-80A78AD4D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489AEC-3A7D-FE2A-0C90-646764BCC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F91B4-4BF0-0046-8748-2D1564617CE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AA5198-BBC7-CABF-D73B-F15B1EDBC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D5FCC2-4D32-6399-A5EF-3287CE453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2E8B7-E360-8D46-A32A-80BF697D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481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305428-7661-CC5D-4E65-E6AA070F8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F91B4-4BF0-0046-8748-2D1564617CE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E6A1D1-ECF7-7934-5E8F-1DCEBB696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09647-DDBB-EC53-564C-5ECA2CF47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2E8B7-E360-8D46-A32A-80BF697D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145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D50A1-5517-A1EE-AD4A-E0C356CBA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442CE-9764-B255-B336-930158DDF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0CA0ED-A930-ED56-B6A9-79A020976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CF3B9F-E2C2-8863-9095-56F19543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F91B4-4BF0-0046-8748-2D1564617CE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962110-3164-2398-00E7-F83D66CD2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044ED7-7B65-1858-5D32-D93E8D7D8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2E8B7-E360-8D46-A32A-80BF697D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072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F39E0-7738-A8FA-168E-318AA7ACF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CE61A1-EF74-AB1A-D02B-D30DA7BC14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AAD39-ECDE-620F-1B75-9067E2F87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029673-E82E-F208-32EA-88F0F5FF8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F91B4-4BF0-0046-8748-2D1564617CE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D48BF5-080C-FDDE-4B3B-1AE4832FE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0F6EF-60E6-5D36-E474-125D32955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2E8B7-E360-8D46-A32A-80BF697D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515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F3691-2D2E-4CC4-2634-E99DA217F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F84504-16A8-645A-1381-AEEE9C262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1B070-0EAB-9870-70E2-F5B43D4AA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F91B4-4BF0-0046-8748-2D1564617CE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FD6D1-A8D3-10C9-4CFE-6B95729CA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523FF-9C4A-06B5-8F99-4A02FBFB0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2E8B7-E360-8D46-A32A-80BF697D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403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25C651-667D-F0E5-B2E7-9493A8E0B4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8E6C46-F445-7A2E-510A-7DA7BC2F65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2AD09-A89C-15A9-DDB5-69278D69A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F91B4-4BF0-0046-8748-2D1564617CE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111E2-2E48-33FB-9235-21D1E859F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81418-44C7-4858-33AE-2AD7A4CCA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2E8B7-E360-8D46-A32A-80BF697D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024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4EECC8-EDBF-340C-9869-8EB1A58D2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1262D-F8DD-C66D-C0AA-BD12436A7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F643F-C452-EECC-A7AB-668AE0E9FF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6F91B4-4BF0-0046-8748-2D1564617CE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50336-A437-002E-87EF-80BA751BF8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40A6F-3D3C-2A73-8E34-273D1E57F0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C2E8B7-E360-8D46-A32A-80BF697D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426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4F8B2A-73E1-C603-787D-D7D44FD0D1EE}"/>
              </a:ext>
            </a:extLst>
          </p:cNvPr>
          <p:cNvSpPr txBox="1"/>
          <p:nvPr/>
        </p:nvSpPr>
        <p:spPr>
          <a:xfrm>
            <a:off x="943429" y="275771"/>
            <a:ext cx="50612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F4D3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Jira Sprint Execution – Sprint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7E3E1B-FB75-5CFF-1224-AB02E6DBB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429" y="1007424"/>
            <a:ext cx="10352100" cy="39590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C74E805-4ADF-CD2C-6BB5-22DB1EAF9CF8}"/>
              </a:ext>
            </a:extLst>
          </p:cNvPr>
          <p:cNvSpPr txBox="1"/>
          <p:nvPr/>
        </p:nvSpPr>
        <p:spPr>
          <a:xfrm>
            <a:off x="943429" y="5425782"/>
            <a:ext cx="103521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Sprint 2 Outcome: </a:t>
            </a:r>
            <a:r>
              <a:rPr lang="en-US" dirty="0"/>
              <a:t>18 story points committed and 18 completed, demonstrating full completion of the planned sprint scope.</a:t>
            </a:r>
          </a:p>
        </p:txBody>
      </p:sp>
    </p:spTree>
    <p:extLst>
      <p:ext uri="{BB962C8B-B14F-4D97-AF65-F5344CB8AC3E}">
        <p14:creationId xmlns:p14="http://schemas.microsoft.com/office/powerpoint/2010/main" val="180981780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PM 02">
      <a:dk1>
        <a:srgbClr val="1F4D3A"/>
      </a:dk1>
      <a:lt1>
        <a:srgbClr val="F8F7F2"/>
      </a:lt1>
      <a:dk2>
        <a:srgbClr val="303030"/>
      </a:dk2>
      <a:lt2>
        <a:srgbClr val="333333"/>
      </a:lt2>
      <a:accent1>
        <a:srgbClr val="2E6B4F"/>
      </a:accent1>
      <a:accent2>
        <a:srgbClr val="8FAF9B"/>
      </a:accent2>
      <a:accent3>
        <a:srgbClr val="196B24"/>
      </a:accent3>
      <a:accent4>
        <a:srgbClr val="C5A35D"/>
      </a:accent4>
      <a:accent5>
        <a:srgbClr val="B76E5D"/>
      </a:accent5>
      <a:accent6>
        <a:srgbClr val="788659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27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Rinku KS</dc:creator>
  <cp:lastModifiedBy>Rinku KS</cp:lastModifiedBy>
  <cp:revision>2</cp:revision>
  <dcterms:created xsi:type="dcterms:W3CDTF">2026-08-16T10:06:26Z</dcterms:created>
  <dcterms:modified xsi:type="dcterms:W3CDTF">2026-08-16T10:14:40Z</dcterms:modified>
</cp:coreProperties>
</file>